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64CBDB-B9AD-40B1-BF86-21F4F98BBEF1}" v="1" dt="2026-02-24T08:50:10.875"/>
    <p1510:client id="{EA399EEF-5D44-4BD9-A0D1-64384EB47D9A}" v="5" dt="2026-02-23T17:36:30.8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éo Lormont" userId="fc19c963-7bac-4f9d-835b-aa88859d4d22" providerId="ADAL" clId="{A9AD5F7C-4F74-43A3-B9D2-6080313DF2BA}"/>
    <pc:docChg chg="custSel addSld modSld">
      <pc:chgData name="Téo Lormont" userId="fc19c963-7bac-4f9d-835b-aa88859d4d22" providerId="ADAL" clId="{A9AD5F7C-4F74-43A3-B9D2-6080313DF2BA}" dt="2026-02-24T09:39:53.471" v="147" actId="20577"/>
      <pc:docMkLst>
        <pc:docMk/>
      </pc:docMkLst>
      <pc:sldChg chg="modSp mod">
        <pc:chgData name="Téo Lormont" userId="fc19c963-7bac-4f9d-835b-aa88859d4d22" providerId="ADAL" clId="{A9AD5F7C-4F74-43A3-B9D2-6080313DF2BA}" dt="2026-02-24T09:39:21.915" v="91" actId="20577"/>
        <pc:sldMkLst>
          <pc:docMk/>
          <pc:sldMk cId="1160414814" sldId="257"/>
        </pc:sldMkLst>
        <pc:spChg chg="mod">
          <ac:chgData name="Téo Lormont" userId="fc19c963-7bac-4f9d-835b-aa88859d4d22" providerId="ADAL" clId="{A9AD5F7C-4F74-43A3-B9D2-6080313DF2BA}" dt="2026-02-24T09:39:21.915" v="91" actId="20577"/>
          <ac:spMkLst>
            <pc:docMk/>
            <pc:sldMk cId="1160414814" sldId="257"/>
            <ac:spMk id="3" creationId="{1B319483-9B2C-79DB-58ED-CFD7161ECEAC}"/>
          </ac:spMkLst>
        </pc:spChg>
      </pc:sldChg>
      <pc:sldChg chg="delSp modSp new mod">
        <pc:chgData name="Téo Lormont" userId="fc19c963-7bac-4f9d-835b-aa88859d4d22" providerId="ADAL" clId="{A9AD5F7C-4F74-43A3-B9D2-6080313DF2BA}" dt="2026-02-24T08:49:26.723" v="38" actId="20577"/>
        <pc:sldMkLst>
          <pc:docMk/>
          <pc:sldMk cId="948369855" sldId="263"/>
        </pc:sldMkLst>
        <pc:spChg chg="mod">
          <ac:chgData name="Téo Lormont" userId="fc19c963-7bac-4f9d-835b-aa88859d4d22" providerId="ADAL" clId="{A9AD5F7C-4F74-43A3-B9D2-6080313DF2BA}" dt="2026-02-24T08:49:26.723" v="38" actId="20577"/>
          <ac:spMkLst>
            <pc:docMk/>
            <pc:sldMk cId="948369855" sldId="263"/>
            <ac:spMk id="2" creationId="{17AE681E-D9F9-8C36-0540-7C66A4C20929}"/>
          </ac:spMkLst>
        </pc:spChg>
        <pc:spChg chg="del">
          <ac:chgData name="Téo Lormont" userId="fc19c963-7bac-4f9d-835b-aa88859d4d22" providerId="ADAL" clId="{A9AD5F7C-4F74-43A3-B9D2-6080313DF2BA}" dt="2026-02-24T08:48:41.342" v="4" actId="478"/>
          <ac:spMkLst>
            <pc:docMk/>
            <pc:sldMk cId="948369855" sldId="263"/>
            <ac:spMk id="3" creationId="{A18CAB85-4EC6-3057-842A-22E9269EE2F1}"/>
          </ac:spMkLst>
        </pc:spChg>
      </pc:sldChg>
      <pc:sldChg chg="modSp new mod">
        <pc:chgData name="Téo Lormont" userId="fc19c963-7bac-4f9d-835b-aa88859d4d22" providerId="ADAL" clId="{A9AD5F7C-4F74-43A3-B9D2-6080313DF2BA}" dt="2026-02-24T09:39:53.471" v="147" actId="20577"/>
        <pc:sldMkLst>
          <pc:docMk/>
          <pc:sldMk cId="2442197778" sldId="264"/>
        </pc:sldMkLst>
        <pc:spChg chg="mod">
          <ac:chgData name="Téo Lormont" userId="fc19c963-7bac-4f9d-835b-aa88859d4d22" providerId="ADAL" clId="{A9AD5F7C-4F74-43A3-B9D2-6080313DF2BA}" dt="2026-02-24T09:39:38.847" v="113" actId="20577"/>
          <ac:spMkLst>
            <pc:docMk/>
            <pc:sldMk cId="2442197778" sldId="264"/>
            <ac:spMk id="2" creationId="{59D36C4D-325C-D38D-C7EC-66EC13474BD3}"/>
          </ac:spMkLst>
        </pc:spChg>
        <pc:spChg chg="mod">
          <ac:chgData name="Téo Lormont" userId="fc19c963-7bac-4f9d-835b-aa88859d4d22" providerId="ADAL" clId="{A9AD5F7C-4F74-43A3-B9D2-6080313DF2BA}" dt="2026-02-24T09:39:53.471" v="147" actId="20577"/>
          <ac:spMkLst>
            <pc:docMk/>
            <pc:sldMk cId="2442197778" sldId="264"/>
            <ac:spMk id="3" creationId="{FA69FB9F-0D22-8209-8B18-9C05D04405DA}"/>
          </ac:spMkLst>
        </pc:spChg>
      </pc:sldChg>
    </pc:docChg>
  </pc:docChgLst>
  <pc:docChgLst>
    <pc:chgData name="Téo Lormont" userId="fc19c963-7bac-4f9d-835b-aa88859d4d22" providerId="ADAL" clId="{BDAF7B71-3076-4192-B5FC-5ADBFA579E0D}"/>
    <pc:docChg chg="custSel addSld modSld">
      <pc:chgData name="Téo Lormont" userId="fc19c963-7bac-4f9d-835b-aa88859d4d22" providerId="ADAL" clId="{BDAF7B71-3076-4192-B5FC-5ADBFA579E0D}" dt="2026-02-23T18:06:09.315" v="1004" actId="14100"/>
      <pc:docMkLst>
        <pc:docMk/>
      </pc:docMkLst>
      <pc:sldChg chg="modSp new mod">
        <pc:chgData name="Téo Lormont" userId="fc19c963-7bac-4f9d-835b-aa88859d4d22" providerId="ADAL" clId="{BDAF7B71-3076-4192-B5FC-5ADBFA579E0D}" dt="2026-02-23T17:32:50.775" v="419" actId="313"/>
        <pc:sldMkLst>
          <pc:docMk/>
          <pc:sldMk cId="917974980" sldId="258"/>
        </pc:sldMkLst>
        <pc:spChg chg="mod">
          <ac:chgData name="Téo Lormont" userId="fc19c963-7bac-4f9d-835b-aa88859d4d22" providerId="ADAL" clId="{BDAF7B71-3076-4192-B5FC-5ADBFA579E0D}" dt="2026-02-23T17:30:07.800" v="40" actId="20577"/>
          <ac:spMkLst>
            <pc:docMk/>
            <pc:sldMk cId="917974980" sldId="258"/>
            <ac:spMk id="2" creationId="{BDA201D9-6C34-707B-C537-D56162109151}"/>
          </ac:spMkLst>
        </pc:spChg>
        <pc:spChg chg="mod">
          <ac:chgData name="Téo Lormont" userId="fc19c963-7bac-4f9d-835b-aa88859d4d22" providerId="ADAL" clId="{BDAF7B71-3076-4192-B5FC-5ADBFA579E0D}" dt="2026-02-23T17:32:50.775" v="419" actId="313"/>
          <ac:spMkLst>
            <pc:docMk/>
            <pc:sldMk cId="917974980" sldId="258"/>
            <ac:spMk id="3" creationId="{C6442C7B-1898-43C4-6B6B-86E245BA5E83}"/>
          </ac:spMkLst>
        </pc:spChg>
      </pc:sldChg>
      <pc:sldChg chg="modSp new mod modNotesTx">
        <pc:chgData name="Téo Lormont" userId="fc19c963-7bac-4f9d-835b-aa88859d4d22" providerId="ADAL" clId="{BDAF7B71-3076-4192-B5FC-5ADBFA579E0D}" dt="2026-02-23T17:36:41.173" v="684" actId="20577"/>
        <pc:sldMkLst>
          <pc:docMk/>
          <pc:sldMk cId="3080564226" sldId="259"/>
        </pc:sldMkLst>
        <pc:spChg chg="mod">
          <ac:chgData name="Téo Lormont" userId="fc19c963-7bac-4f9d-835b-aa88859d4d22" providerId="ADAL" clId="{BDAF7B71-3076-4192-B5FC-5ADBFA579E0D}" dt="2026-02-23T17:33:34.036" v="487" actId="20577"/>
          <ac:spMkLst>
            <pc:docMk/>
            <pc:sldMk cId="3080564226" sldId="259"/>
            <ac:spMk id="2" creationId="{38D07520-D486-04BB-03EA-FB3C54E3F97E}"/>
          </ac:spMkLst>
        </pc:spChg>
        <pc:spChg chg="mod">
          <ac:chgData name="Téo Lormont" userId="fc19c963-7bac-4f9d-835b-aa88859d4d22" providerId="ADAL" clId="{BDAF7B71-3076-4192-B5FC-5ADBFA579E0D}" dt="2026-02-23T17:36:41.173" v="684" actId="20577"/>
          <ac:spMkLst>
            <pc:docMk/>
            <pc:sldMk cId="3080564226" sldId="259"/>
            <ac:spMk id="3" creationId="{9F5EC174-5512-8F1E-F52B-1786A226012D}"/>
          </ac:spMkLst>
        </pc:spChg>
      </pc:sldChg>
      <pc:sldChg chg="modSp new mod">
        <pc:chgData name="Téo Lormont" userId="fc19c963-7bac-4f9d-835b-aa88859d4d22" providerId="ADAL" clId="{BDAF7B71-3076-4192-B5FC-5ADBFA579E0D}" dt="2026-02-23T17:38:09.445" v="849" actId="20577"/>
        <pc:sldMkLst>
          <pc:docMk/>
          <pc:sldMk cId="483835349" sldId="260"/>
        </pc:sldMkLst>
        <pc:spChg chg="mod">
          <ac:chgData name="Téo Lormont" userId="fc19c963-7bac-4f9d-835b-aa88859d4d22" providerId="ADAL" clId="{BDAF7B71-3076-4192-B5FC-5ADBFA579E0D}" dt="2026-02-23T17:37:08.051" v="721" actId="33524"/>
          <ac:spMkLst>
            <pc:docMk/>
            <pc:sldMk cId="483835349" sldId="260"/>
            <ac:spMk id="2" creationId="{37E9FEB1-9174-B7D4-FCC9-61C76291544E}"/>
          </ac:spMkLst>
        </pc:spChg>
        <pc:spChg chg="mod">
          <ac:chgData name="Téo Lormont" userId="fc19c963-7bac-4f9d-835b-aa88859d4d22" providerId="ADAL" clId="{BDAF7B71-3076-4192-B5FC-5ADBFA579E0D}" dt="2026-02-23T17:38:09.445" v="849" actId="20577"/>
          <ac:spMkLst>
            <pc:docMk/>
            <pc:sldMk cId="483835349" sldId="260"/>
            <ac:spMk id="3" creationId="{9EA18B43-8C93-313E-39D4-39AA7B87889A}"/>
          </ac:spMkLst>
        </pc:spChg>
      </pc:sldChg>
      <pc:sldChg chg="addSp delSp modSp new mod modNotesTx">
        <pc:chgData name="Téo Lormont" userId="fc19c963-7bac-4f9d-835b-aa88859d4d22" providerId="ADAL" clId="{BDAF7B71-3076-4192-B5FC-5ADBFA579E0D}" dt="2026-02-23T18:06:09.315" v="1004" actId="14100"/>
        <pc:sldMkLst>
          <pc:docMk/>
          <pc:sldMk cId="1063811900" sldId="261"/>
        </pc:sldMkLst>
        <pc:spChg chg="mod">
          <ac:chgData name="Téo Lormont" userId="fc19c963-7bac-4f9d-835b-aa88859d4d22" providerId="ADAL" clId="{BDAF7B71-3076-4192-B5FC-5ADBFA579E0D}" dt="2026-02-23T17:41:05.199" v="859" actId="20577"/>
          <ac:spMkLst>
            <pc:docMk/>
            <pc:sldMk cId="1063811900" sldId="261"/>
            <ac:spMk id="2" creationId="{25C40452-8F58-59B1-1292-B475F4EED49E}"/>
          </ac:spMkLst>
        </pc:spChg>
        <pc:spChg chg="del">
          <ac:chgData name="Téo Lormont" userId="fc19c963-7bac-4f9d-835b-aa88859d4d22" providerId="ADAL" clId="{BDAF7B71-3076-4192-B5FC-5ADBFA579E0D}" dt="2026-02-23T17:56:03.271" v="961" actId="22"/>
          <ac:spMkLst>
            <pc:docMk/>
            <pc:sldMk cId="1063811900" sldId="261"/>
            <ac:spMk id="3" creationId="{4D5DC75B-95DB-263B-372C-73A506C43004}"/>
          </ac:spMkLst>
        </pc:spChg>
        <pc:spChg chg="add del mod">
          <ac:chgData name="Téo Lormont" userId="fc19c963-7bac-4f9d-835b-aa88859d4d22" providerId="ADAL" clId="{BDAF7B71-3076-4192-B5FC-5ADBFA579E0D}" dt="2026-02-23T18:05:59.501" v="1003" actId="478"/>
          <ac:spMkLst>
            <pc:docMk/>
            <pc:sldMk cId="1063811900" sldId="261"/>
            <ac:spMk id="7" creationId="{D559021A-25AD-0A60-5C4E-6B217A2BA7F7}"/>
          </ac:spMkLst>
        </pc:spChg>
        <pc:picChg chg="add del mod ord">
          <ac:chgData name="Téo Lormont" userId="fc19c963-7bac-4f9d-835b-aa88859d4d22" providerId="ADAL" clId="{BDAF7B71-3076-4192-B5FC-5ADBFA579E0D}" dt="2026-02-23T18:04:42.342" v="991" actId="478"/>
          <ac:picMkLst>
            <pc:docMk/>
            <pc:sldMk cId="1063811900" sldId="261"/>
            <ac:picMk id="5" creationId="{80575A94-BA6B-2BDE-49CE-9CFF810A0F4D}"/>
          </ac:picMkLst>
        </pc:picChg>
        <pc:picChg chg="add mod">
          <ac:chgData name="Téo Lormont" userId="fc19c963-7bac-4f9d-835b-aa88859d4d22" providerId="ADAL" clId="{BDAF7B71-3076-4192-B5FC-5ADBFA579E0D}" dt="2026-02-23T18:06:09.315" v="1004" actId="14100"/>
          <ac:picMkLst>
            <pc:docMk/>
            <pc:sldMk cId="1063811900" sldId="261"/>
            <ac:picMk id="9" creationId="{D1C6280E-0E7E-3896-CB3A-15C5026C6BFF}"/>
          </ac:picMkLst>
        </pc:picChg>
      </pc:sldChg>
      <pc:sldChg chg="addSp delSp modSp new mod">
        <pc:chgData name="Téo Lormont" userId="fc19c963-7bac-4f9d-835b-aa88859d4d22" providerId="ADAL" clId="{BDAF7B71-3076-4192-B5FC-5ADBFA579E0D}" dt="2026-02-23T18:05:52.419" v="1002" actId="1076"/>
        <pc:sldMkLst>
          <pc:docMk/>
          <pc:sldMk cId="628617658" sldId="262"/>
        </pc:sldMkLst>
        <pc:spChg chg="mod">
          <ac:chgData name="Téo Lormont" userId="fc19c963-7bac-4f9d-835b-aa88859d4d22" providerId="ADAL" clId="{BDAF7B71-3076-4192-B5FC-5ADBFA579E0D}" dt="2026-02-23T17:56:31.243" v="981" actId="20577"/>
          <ac:spMkLst>
            <pc:docMk/>
            <pc:sldMk cId="628617658" sldId="262"/>
            <ac:spMk id="2" creationId="{E5CAE45D-A7AA-55A1-F8B7-CCDDD6C6E140}"/>
          </ac:spMkLst>
        </pc:spChg>
        <pc:spChg chg="del">
          <ac:chgData name="Téo Lormont" userId="fc19c963-7bac-4f9d-835b-aa88859d4d22" providerId="ADAL" clId="{BDAF7B71-3076-4192-B5FC-5ADBFA579E0D}" dt="2026-02-23T17:56:49.481" v="982" actId="22"/>
          <ac:spMkLst>
            <pc:docMk/>
            <pc:sldMk cId="628617658" sldId="262"/>
            <ac:spMk id="3" creationId="{C14A8D23-C16B-EB85-A8FD-71FA02F59CE6}"/>
          </ac:spMkLst>
        </pc:spChg>
        <pc:spChg chg="add del mod">
          <ac:chgData name="Téo Lormont" userId="fc19c963-7bac-4f9d-835b-aa88859d4d22" providerId="ADAL" clId="{BDAF7B71-3076-4192-B5FC-5ADBFA579E0D}" dt="2026-02-23T18:05:44.081" v="997" actId="22"/>
          <ac:spMkLst>
            <pc:docMk/>
            <pc:sldMk cId="628617658" sldId="262"/>
            <ac:spMk id="7" creationId="{57B9392C-E301-AE0B-2B2D-270DC09379BE}"/>
          </ac:spMkLst>
        </pc:spChg>
        <pc:picChg chg="add del mod ord">
          <ac:chgData name="Téo Lormont" userId="fc19c963-7bac-4f9d-835b-aa88859d4d22" providerId="ADAL" clId="{BDAF7B71-3076-4192-B5FC-5ADBFA579E0D}" dt="2026-02-23T18:03:53.270" v="990" actId="21"/>
          <ac:picMkLst>
            <pc:docMk/>
            <pc:sldMk cId="628617658" sldId="262"/>
            <ac:picMk id="5" creationId="{49076626-6C6A-E1F1-683C-90B3151DBEED}"/>
          </ac:picMkLst>
        </pc:picChg>
        <pc:picChg chg="add mod ord">
          <ac:chgData name="Téo Lormont" userId="fc19c963-7bac-4f9d-835b-aa88859d4d22" providerId="ADAL" clId="{BDAF7B71-3076-4192-B5FC-5ADBFA579E0D}" dt="2026-02-23T18:05:52.419" v="1002" actId="1076"/>
          <ac:picMkLst>
            <pc:docMk/>
            <pc:sldMk cId="628617658" sldId="262"/>
            <ac:picMk id="9" creationId="{42C9DCBA-96D8-4CC7-5A8E-D1A6B13CA67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2B888-8F68-41F0-9AAA-B44F4B262741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AF50EB-9BD1-4DDD-9B29-C36870C2AC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7877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1/ Difficile de garder un historique organisé et précis.</a:t>
            </a:r>
          </a:p>
          <a:p>
            <a:r>
              <a:rPr lang="fr-FR" dirty="0"/>
              <a:t>2/ Problème du point de vue écologique (surconsommation de papier).</a:t>
            </a:r>
          </a:p>
          <a:p>
            <a:r>
              <a:rPr lang="fr-FR" dirty="0"/>
              <a:t>3/ Les élèves ne peuvent pas être autonome (obligation de la présence d’un membre du personnel administratif pour distribuer les feuilles).</a:t>
            </a:r>
          </a:p>
          <a:p>
            <a:r>
              <a:rPr lang="fr-FR" dirty="0"/>
              <a:t>4/ Problème de sécurité/fraude (un élève peut signer à la place d’un autre).</a:t>
            </a:r>
          </a:p>
          <a:p>
            <a:r>
              <a:rPr lang="fr-FR" dirty="0"/>
              <a:t>5/ Manque de précision concernant l’horodatage des signatures.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AF50EB-9BD1-4DDD-9B29-C36870C2AC4D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4129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GANT REEL ET LE GANT QUI EST SUR LA FICHE D’AVANT PROJET CT LE GANT PREVISIONNEL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AF50EB-9BD1-4DDD-9B29-C36870C2AC4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9097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AF50EB-9BD1-4DDD-9B29-C36870C2AC4D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588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CFD24-AF65-4EF0-A6F4-C5740B0C2CBA}" type="datetime1">
              <a:rPr lang="fr-FR" smtClean="0"/>
              <a:t>24/02/2026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992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D33D5-D54F-472D-A963-82B14481F87B}" type="datetime1">
              <a:rPr lang="fr-FR" smtClean="0"/>
              <a:t>24/02/2026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717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415C8-BF32-45C9-A0E3-46FC3F870DBE}" type="datetime1">
              <a:rPr lang="fr-FR" smtClean="0"/>
              <a:t>24/02/2026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6128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27C60-F463-40BA-930B-72935AC33519}" type="datetime1">
              <a:rPr lang="fr-FR" smtClean="0"/>
              <a:t>24/02/2026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26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B815-5C92-4D40-B494-8EADF798E080}" type="datetime1">
              <a:rPr lang="fr-FR" smtClean="0"/>
              <a:t>24/02/2026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0852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317C2-B097-4E71-B20F-AF2ED0CC77AC}" type="datetime1">
              <a:rPr lang="fr-FR" smtClean="0"/>
              <a:t>24/02/2026</a:t>
            </a:fld>
            <a:endParaRPr lang="fr-F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240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147F4-2A5E-4902-AD79-16810F0F46A3}" type="datetime1">
              <a:rPr lang="fr-FR" smtClean="0"/>
              <a:t>24/02/2026</a:t>
            </a:fld>
            <a:endParaRPr lang="fr-F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601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EE89E-2396-4EDA-A5B4-0807C7355946}" type="datetime1">
              <a:rPr lang="fr-FR" smtClean="0"/>
              <a:t>24/02/2026</a:t>
            </a:fld>
            <a:endParaRPr lang="fr-F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4239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6570D-A177-4FE4-B8D1-307A22362188}" type="datetime1">
              <a:rPr lang="fr-FR" smtClean="0"/>
              <a:t>24/02/2026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4396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351B1-5981-4BC4-B6D5-974EBA4659CD}" type="datetime1">
              <a:rPr lang="fr-FR" smtClean="0"/>
              <a:t>24/02/2026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809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498AE-08C9-4EFB-9CD5-890079051437}" type="datetime1">
              <a:rPr lang="fr-FR" smtClean="0"/>
              <a:t>24/02/2026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551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51E84-8883-47E7-B9AE-D09AF1E7D05E}" type="datetime1">
              <a:rPr lang="fr-FR" smtClean="0"/>
              <a:t>24/02/2026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2710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B9ED8-4693-4D18-B6DE-849ED4AD0349}" type="datetime1">
              <a:rPr lang="fr-FR" smtClean="0"/>
              <a:t>24/02/2026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21914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8A418-1AA8-4B9F-8E46-FC2CDDBD5242}" type="datetime1">
              <a:rPr lang="fr-FR" smtClean="0"/>
              <a:t>24/02/2026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39544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021A-0049-4414-8DB1-BFD33386282E}" type="datetime1">
              <a:rPr lang="fr-FR" smtClean="0"/>
              <a:t>24/02/2026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675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FA7B-DC63-40BA-AB12-934C574FA85A}" type="datetime1">
              <a:rPr lang="fr-FR" smtClean="0"/>
              <a:t>24/02/2026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0863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0A88-34A1-4693-920F-9587FEBCF27D}" type="datetime1">
              <a:rPr lang="fr-FR" smtClean="0"/>
              <a:t>24/02/2026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540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C3BC79E-5F62-4A89-9B57-0E6A7A0A4D34}" type="datetime1">
              <a:rPr lang="fr-FR" smtClean="0"/>
              <a:t>24/02/2026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CDB22-FBFD-4A46-A0CF-B236972207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73178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A1169D-C8A8-049A-DE8E-6D11C34A9D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Revue de projet N°1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4C952CE-6763-A5C2-2EF3-34FFB1A915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Projet S.A.C | Lormont Téo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78390F-5683-02E4-3B2E-AE96E3334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9348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64B370-96DC-7CC0-27A3-0D1E9BABA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319483-9B2C-79DB-58ED-CFD7161EC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Présentation générale du projet</a:t>
            </a:r>
          </a:p>
          <a:p>
            <a:pPr lvl="1"/>
            <a:r>
              <a:rPr lang="fr-FR" dirty="0"/>
              <a:t>Cahier des charges</a:t>
            </a:r>
          </a:p>
          <a:p>
            <a:pPr lvl="2"/>
            <a:r>
              <a:rPr lang="fr-FR" dirty="0"/>
              <a:t>Analyse de l’existant</a:t>
            </a:r>
          </a:p>
          <a:p>
            <a:pPr lvl="2"/>
            <a:r>
              <a:rPr lang="fr-FR" dirty="0"/>
              <a:t>Expression du besoin</a:t>
            </a:r>
          </a:p>
          <a:p>
            <a:pPr lvl="2"/>
            <a:r>
              <a:rPr lang="fr-FR" dirty="0"/>
              <a:t>Coûts du projet (humain et matériel)</a:t>
            </a:r>
          </a:p>
          <a:p>
            <a:r>
              <a:rPr lang="fr-FR" dirty="0"/>
              <a:t>Gantt</a:t>
            </a:r>
          </a:p>
          <a:p>
            <a:r>
              <a:rPr lang="fr-FR" dirty="0"/>
              <a:t>KANBAN</a:t>
            </a:r>
          </a:p>
          <a:p>
            <a:pPr lvl="2"/>
            <a:endParaRPr lang="fr-FR" dirty="0"/>
          </a:p>
          <a:p>
            <a:pPr marL="914400" lvl="2" indent="0"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5DA87C-40E1-9637-D305-B6BCA00E2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414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A201D9-6C34-707B-C537-D56162109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1/ Présentation générale du projet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442C7B-1898-43C4-6B6B-86E245BA5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Contexte : Améliorer le système d’appel d’un établissement scolaire (lycée d’environ 500 élèves)</a:t>
            </a:r>
          </a:p>
          <a:p>
            <a:r>
              <a:rPr lang="fr-FR" dirty="0"/>
              <a:t>Objectif : Concevoir et déployer une PWA permettant d’informatiser l’appel (aussi bien coté élève que cote personnel/professeurs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A626C5-44BB-6F91-B1FD-8267850F2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797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D07520-D486-04BB-03EA-FB3C54E3F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1.1/ Analyse de l’existant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5EC174-5512-8F1E-F52B-1786A2260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Contexte : Système d’appel par signature de l’étudiant (une le matin et une l’après midi) </a:t>
            </a:r>
          </a:p>
          <a:p>
            <a:r>
              <a:rPr lang="fr-FR" dirty="0"/>
              <a:t>Défauts du système actuel : </a:t>
            </a:r>
          </a:p>
          <a:p>
            <a:pPr lvl="1"/>
            <a:r>
              <a:rPr lang="fr-FR" dirty="0"/>
              <a:t>Difficile de garder un historique organisé et précis</a:t>
            </a:r>
          </a:p>
          <a:p>
            <a:pPr lvl="1"/>
            <a:r>
              <a:rPr lang="fr-FR" dirty="0"/>
              <a:t>Problème de sécurité/fraude (un élève peut signer à la place d’un autre)</a:t>
            </a:r>
          </a:p>
          <a:p>
            <a:pPr lvl="1"/>
            <a:r>
              <a:rPr lang="fr-FR" dirty="0"/>
              <a:t>Manque de précision concernant l’horodatage des signatures.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5351ACC-76A3-102A-7151-FA5243B44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0564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E9FEB1-9174-B7D4-FCC9-61C762915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1.2/ Expression du besoin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A18B43-8C93-313E-39D4-39AA7B878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Objectif du projet : informatiser le système d’appel a l’aide d’une PWA ainsi que de cartes NFC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63C886-CCC2-3A83-26CC-8AEC3797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3835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36C4D-325C-D38D-C7EC-66EC13474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1.3/ Coûts du projet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69FB9F-0D22-8209-8B18-9C05D0440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Coût humain </a:t>
            </a:r>
          </a:p>
          <a:p>
            <a:r>
              <a:rPr lang="fr-FR" dirty="0"/>
              <a:t>Coût matériel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6BC4C3-8AE5-0CE9-A4E0-A843E8B8B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2197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C40452-8F58-59B1-1292-B475F4EED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2/ Gantt </a:t>
            </a:r>
          </a:p>
        </p:txBody>
      </p:sp>
      <p:pic>
        <p:nvPicPr>
          <p:cNvPr id="9" name="Image 8" descr="Une image contenant capture d’écran, texte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D1C6280E-0E7E-3896-CB3A-15C5026C6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11" y="1201807"/>
            <a:ext cx="11893778" cy="5100317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91D4B59-8615-1A13-E17B-56040B163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811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CAE45D-A7AA-55A1-F8B7-CCDDD6C6E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3/ Kanban</a:t>
            </a:r>
          </a:p>
        </p:txBody>
      </p:sp>
      <p:pic>
        <p:nvPicPr>
          <p:cNvPr id="9" name="Espace réservé du contenu 8" descr="Une image contenant capture d’écran, texte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42C9DCBA-96D8-4CC7-5A8E-D1A6B13CA6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4025" y="1328540"/>
            <a:ext cx="11703949" cy="5076742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BDF8A82-1EA1-31DA-E6EB-89587D69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8617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AE681E-D9F9-8C36-0540-7C66A4C20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4927" y="3078867"/>
            <a:ext cx="6022146" cy="700265"/>
          </a:xfrm>
        </p:spPr>
        <p:txBody>
          <a:bodyPr/>
          <a:lstStyle/>
          <a:p>
            <a:r>
              <a:rPr lang="fr-FR" dirty="0"/>
              <a:t>Merci de votre écoute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67C97E-0572-9819-99D0-B3F57DC6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CDB22-FBFD-4A46-A0CF-B23697220757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83698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166</TotalTime>
  <Words>284</Words>
  <Application>Microsoft Office PowerPoint</Application>
  <PresentationFormat>Grand écran</PresentationFormat>
  <Paragraphs>45</Paragraphs>
  <Slides>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Century Gothic</vt:lpstr>
      <vt:lpstr>Wingdings 3</vt:lpstr>
      <vt:lpstr>Ion</vt:lpstr>
      <vt:lpstr>Revue de projet N°1</vt:lpstr>
      <vt:lpstr>Sommaire</vt:lpstr>
      <vt:lpstr>1/ Présentation générale du projet </vt:lpstr>
      <vt:lpstr>1.1/ Analyse de l’existant</vt:lpstr>
      <vt:lpstr>1.2/ Expression du besoin </vt:lpstr>
      <vt:lpstr>1.3/ Coûts du projet </vt:lpstr>
      <vt:lpstr>2/ Gantt </vt:lpstr>
      <vt:lpstr>3/ Kanban</vt:lpstr>
      <vt:lpstr>Merci de votre écoute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Téo Lormont</dc:creator>
  <cp:lastModifiedBy>Téo Lormont</cp:lastModifiedBy>
  <cp:revision>1</cp:revision>
  <dcterms:created xsi:type="dcterms:W3CDTF">2026-02-23T16:37:04Z</dcterms:created>
  <dcterms:modified xsi:type="dcterms:W3CDTF">2026-02-24T09:42:44Z</dcterms:modified>
</cp:coreProperties>
</file>